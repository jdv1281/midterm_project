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4" autoAdjust="0"/>
    <p:restoredTop sz="94660"/>
  </p:normalViewPr>
  <p:slideViewPr>
    <p:cSldViewPr snapToGrid="0">
      <p:cViewPr varScale="1">
        <p:scale>
          <a:sx n="74" d="100"/>
          <a:sy n="74" d="100"/>
        </p:scale>
        <p:origin x="90" y="8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74AB84A7-1224-461F-8F2F-DBF63CE3F638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47BFDB2-77F8-4B8A-A104-3B8826670D5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280363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84A7-1224-461F-8F2F-DBF63CE3F638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BFDB2-77F8-4B8A-A104-3B8826670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481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84A7-1224-461F-8F2F-DBF63CE3F638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BFDB2-77F8-4B8A-A104-3B8826670D5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29492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84A7-1224-461F-8F2F-DBF63CE3F638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BFDB2-77F8-4B8A-A104-3B8826670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632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84A7-1224-461F-8F2F-DBF63CE3F638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BFDB2-77F8-4B8A-A104-3B8826670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345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84A7-1224-461F-8F2F-DBF63CE3F638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BFDB2-77F8-4B8A-A104-3B8826670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11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84A7-1224-461F-8F2F-DBF63CE3F638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BFDB2-77F8-4B8A-A104-3B8826670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58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84A7-1224-461F-8F2F-DBF63CE3F638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BFDB2-77F8-4B8A-A104-3B8826670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747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84A7-1224-461F-8F2F-DBF63CE3F638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BFDB2-77F8-4B8A-A104-3B8826670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723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84A7-1224-461F-8F2F-DBF63CE3F638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BFDB2-77F8-4B8A-A104-3B8826670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593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84A7-1224-461F-8F2F-DBF63CE3F638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BFDB2-77F8-4B8A-A104-3B8826670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698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74AB84A7-1224-461F-8F2F-DBF63CE3F638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147BFDB2-77F8-4B8A-A104-3B8826670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340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058A0-CDFC-CBED-0EE3-1F011B2133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Car Rental System Implementation Plan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39853E-4C67-3CB8-1B7A-1DA1F8F63C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Justin Verrick</a:t>
            </a:r>
          </a:p>
          <a:p>
            <a:r>
              <a:rPr lang="en-US" dirty="0"/>
              <a:t>INFO-C 451</a:t>
            </a:r>
          </a:p>
          <a:p>
            <a:r>
              <a:rPr lang="en-US" dirty="0"/>
              <a:t>Midterm Project</a:t>
            </a:r>
          </a:p>
          <a:p>
            <a:r>
              <a:rPr lang="en-US" dirty="0"/>
              <a:t>March 2026</a:t>
            </a:r>
          </a:p>
        </p:txBody>
      </p:sp>
    </p:spTree>
    <p:extLst>
      <p:ext uri="{BB962C8B-B14F-4D97-AF65-F5344CB8AC3E}">
        <p14:creationId xmlns:p14="http://schemas.microsoft.com/office/powerpoint/2010/main" val="2540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8B256-87C9-0D7B-07B0-A0D51C8CA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 Rental System </a:t>
            </a:r>
            <a:r>
              <a:rPr lang="en-US" dirty="0" err="1"/>
              <a:t>Implementaion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E188D-0221-8705-45AA-A144E27E7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Replace outdated manual rental process</a:t>
            </a:r>
          </a:p>
          <a:p>
            <a:r>
              <a:rPr lang="en-US" dirty="0"/>
              <a:t>Introduce centralized digital system</a:t>
            </a:r>
          </a:p>
          <a:p>
            <a:r>
              <a:rPr lang="en-US" dirty="0"/>
              <a:t>Manage reservations, vehicles, customers, and payments</a:t>
            </a:r>
          </a:p>
          <a:p>
            <a:r>
              <a:rPr lang="en-US" dirty="0"/>
              <a:t>Improve efficiency and reduce human error</a:t>
            </a:r>
          </a:p>
        </p:txBody>
      </p:sp>
    </p:spTree>
    <p:extLst>
      <p:ext uri="{BB962C8B-B14F-4D97-AF65-F5344CB8AC3E}">
        <p14:creationId xmlns:p14="http://schemas.microsoft.com/office/powerpoint/2010/main" val="986212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88C2E-9014-F24C-E0D7-44437EA4D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Implementation within SDLC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627DD-6C46-FF06-0633-CFCE424E8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Planning: Define scope and goals</a:t>
            </a:r>
          </a:p>
          <a:p>
            <a:r>
              <a:rPr lang="en-US" dirty="0"/>
              <a:t>Analysis: Gather system requirements</a:t>
            </a:r>
          </a:p>
          <a:p>
            <a:r>
              <a:rPr lang="en-US" dirty="0"/>
              <a:t>Design: System Architecture and database</a:t>
            </a:r>
          </a:p>
          <a:p>
            <a:r>
              <a:rPr lang="en-US" dirty="0"/>
              <a:t>Development: Build system features</a:t>
            </a:r>
          </a:p>
          <a:p>
            <a:r>
              <a:rPr lang="en-US" dirty="0"/>
              <a:t>Testing: Verify system performance</a:t>
            </a:r>
          </a:p>
          <a:p>
            <a:r>
              <a:rPr lang="en-US" dirty="0"/>
              <a:t>Implementation: Deploy system</a:t>
            </a:r>
          </a:p>
          <a:p>
            <a:r>
              <a:rPr lang="en-US" dirty="0"/>
              <a:t>Maintenance: Updates and improvements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297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705EE-66C9-4CE2-37F5-9275A265F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Development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E30B6-6401-63C1-0934-B5D9436BE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Combines Waterfall and Agile</a:t>
            </a:r>
          </a:p>
          <a:p>
            <a:r>
              <a:rPr lang="en-US" dirty="0"/>
              <a:t>Waterfall: Planning, requirements, and high-level design</a:t>
            </a:r>
          </a:p>
          <a:p>
            <a:r>
              <a:rPr lang="en-US" dirty="0"/>
              <a:t>Agile: Development, testing, and improvements</a:t>
            </a:r>
          </a:p>
          <a:p>
            <a:endParaRPr lang="en-US" dirty="0"/>
          </a:p>
          <a:p>
            <a:r>
              <a:rPr lang="en-US" dirty="0"/>
              <a:t>Using a combination of both methods will provide structure while allowing flexibility.</a:t>
            </a:r>
          </a:p>
        </p:txBody>
      </p:sp>
    </p:spTree>
    <p:extLst>
      <p:ext uri="{BB962C8B-B14F-4D97-AF65-F5344CB8AC3E}">
        <p14:creationId xmlns:p14="http://schemas.microsoft.com/office/powerpoint/2010/main" val="1909888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3AB77-BA70-3DA7-C177-CBCC25BF8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45F6A-C46A-0244-794B-11D4368B8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Implementation Risks:</a:t>
            </a:r>
          </a:p>
          <a:p>
            <a:r>
              <a:rPr lang="en-US" dirty="0"/>
              <a:t>Data migration errors</a:t>
            </a:r>
          </a:p>
          <a:p>
            <a:r>
              <a:rPr lang="en-US" dirty="0"/>
              <a:t>System downtime during  deployment</a:t>
            </a:r>
          </a:p>
          <a:p>
            <a:r>
              <a:rPr lang="en-US" dirty="0"/>
              <a:t>Employee resistance to change</a:t>
            </a:r>
          </a:p>
          <a:p>
            <a:r>
              <a:rPr lang="en-US" dirty="0"/>
              <a:t>Integration issues with payment systems</a:t>
            </a:r>
          </a:p>
          <a:p>
            <a:pPr marL="0" indent="0">
              <a:buNone/>
            </a:pPr>
            <a:r>
              <a:rPr lang="en-US" dirty="0"/>
              <a:t>Mitigation Strategies:</a:t>
            </a:r>
          </a:p>
          <a:p>
            <a:r>
              <a:rPr lang="en-US" dirty="0"/>
              <a:t>Data cleansing before migration</a:t>
            </a:r>
          </a:p>
          <a:p>
            <a:r>
              <a:rPr lang="en-US" dirty="0"/>
              <a:t>Deploy system during off-hours</a:t>
            </a:r>
          </a:p>
          <a:p>
            <a:r>
              <a:rPr lang="en-US" dirty="0"/>
              <a:t>Provide employee training</a:t>
            </a:r>
          </a:p>
          <a:p>
            <a:r>
              <a:rPr lang="en-US" dirty="0"/>
              <a:t>Perform system testing</a:t>
            </a:r>
          </a:p>
        </p:txBody>
      </p:sp>
    </p:spTree>
    <p:extLst>
      <p:ext uri="{BB962C8B-B14F-4D97-AF65-F5344CB8AC3E}">
        <p14:creationId xmlns:p14="http://schemas.microsoft.com/office/powerpoint/2010/main" val="980647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5A4EE-BA58-0696-2ED0-7358789FE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77597-C9CD-4086-CAA6-35A683EA7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Weeks 1-2: Planning</a:t>
            </a:r>
          </a:p>
          <a:p>
            <a:r>
              <a:rPr lang="en-US" dirty="0"/>
              <a:t>Weeks 3-4: Requirements Analysis</a:t>
            </a:r>
          </a:p>
          <a:p>
            <a:r>
              <a:rPr lang="en-US" dirty="0"/>
              <a:t>Weeks 5-6: System Design</a:t>
            </a:r>
          </a:p>
          <a:p>
            <a:r>
              <a:rPr lang="en-US" dirty="0"/>
              <a:t>Weeks 7-10: Development</a:t>
            </a:r>
          </a:p>
          <a:p>
            <a:r>
              <a:rPr lang="en-US" dirty="0"/>
              <a:t>Weeks 11-12: Testing</a:t>
            </a:r>
          </a:p>
          <a:p>
            <a:r>
              <a:rPr lang="en-US" dirty="0"/>
              <a:t>Weeks 13: Data Migration</a:t>
            </a:r>
          </a:p>
          <a:p>
            <a:r>
              <a:rPr lang="en-US" dirty="0"/>
              <a:t>Weeks 14: Deployment</a:t>
            </a:r>
          </a:p>
          <a:p>
            <a:r>
              <a:rPr lang="en-US" dirty="0"/>
              <a:t>Weeks 15-16: Post-Implementation Support</a:t>
            </a:r>
          </a:p>
        </p:txBody>
      </p:sp>
    </p:spTree>
    <p:extLst>
      <p:ext uri="{BB962C8B-B14F-4D97-AF65-F5344CB8AC3E}">
        <p14:creationId xmlns:p14="http://schemas.microsoft.com/office/powerpoint/2010/main" val="650272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11EF4-9090-274D-344F-534B79BF2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Migration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57684-077A-E20C-CCB6-B79E123E1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Data will be transferred using ETL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Extract: Collect data from spreadsheets, paper records, and old databases.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Transform: Clean duplicates, fix formatting, and standardize data fields.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Load: Import cleaned data into new system database.</a:t>
            </a:r>
          </a:p>
        </p:txBody>
      </p:sp>
    </p:spTree>
    <p:extLst>
      <p:ext uri="{BB962C8B-B14F-4D97-AF65-F5344CB8AC3E}">
        <p14:creationId xmlns:p14="http://schemas.microsoft.com/office/powerpoint/2010/main" val="2585677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BFE5A-CE33-6130-3D73-9801F293D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ETL Diagram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6C099B7-9F67-76A6-D08A-7F2244A8C5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3955" y="1731857"/>
            <a:ext cx="7541681" cy="4411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814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B29C-AF88-4C50-232E-C33796240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Testing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B07BB-FC59-A538-0D17-CCEFA5606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Testing Types: Unit Testing, Integration Testing, System Testing, and User Acceptance Testing.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Testing Tools: Selenium, Junit, and Postman.</a:t>
            </a:r>
          </a:p>
        </p:txBody>
      </p:sp>
    </p:spTree>
    <p:extLst>
      <p:ext uri="{BB962C8B-B14F-4D97-AF65-F5344CB8AC3E}">
        <p14:creationId xmlns:p14="http://schemas.microsoft.com/office/powerpoint/2010/main" val="2432955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06764-6E6C-5634-9B76-640532DD4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Cases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5776CFF-DB5D-9DD5-DD4A-8D79784195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2399" y="2334578"/>
            <a:ext cx="9649184" cy="2481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029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BA128-8781-20F4-3C12-24170BCA3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Successful Implementation Depends 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950C0-FA06-8F29-1439-4C3691E6E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Proper project planning</a:t>
            </a:r>
          </a:p>
          <a:p>
            <a:r>
              <a:rPr lang="en-US" dirty="0"/>
              <a:t>Accurate data migration</a:t>
            </a:r>
          </a:p>
          <a:p>
            <a:r>
              <a:rPr lang="en-US" dirty="0"/>
              <a:t>Employee training and support</a:t>
            </a:r>
          </a:p>
          <a:p>
            <a:r>
              <a:rPr lang="en-US" dirty="0"/>
              <a:t>Testing before deployment</a:t>
            </a:r>
          </a:p>
          <a:p>
            <a:r>
              <a:rPr lang="en-US" dirty="0"/>
              <a:t>Post-Implementation Monitoring</a:t>
            </a:r>
          </a:p>
        </p:txBody>
      </p:sp>
    </p:spTree>
    <p:extLst>
      <p:ext uri="{BB962C8B-B14F-4D97-AF65-F5344CB8AC3E}">
        <p14:creationId xmlns:p14="http://schemas.microsoft.com/office/powerpoint/2010/main" val="3694588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EF419-E0F2-EF2D-AC22-AD3AF9359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Lessons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BCD05-B69B-3831-FE74-63AE7CB90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Planning reduces system implementation risks</a:t>
            </a:r>
          </a:p>
          <a:p>
            <a:r>
              <a:rPr lang="en-US" dirty="0"/>
              <a:t>Data validation is critical for migration success</a:t>
            </a:r>
          </a:p>
          <a:p>
            <a:r>
              <a:rPr lang="en-US" dirty="0"/>
              <a:t>Testing helps detect issues early</a:t>
            </a:r>
          </a:p>
          <a:p>
            <a:r>
              <a:rPr lang="en-US" dirty="0"/>
              <a:t>Continuous improvements help maintain system performance</a:t>
            </a:r>
          </a:p>
        </p:txBody>
      </p:sp>
    </p:spTree>
    <p:extLst>
      <p:ext uri="{BB962C8B-B14F-4D97-AF65-F5344CB8AC3E}">
        <p14:creationId xmlns:p14="http://schemas.microsoft.com/office/powerpoint/2010/main" val="109316593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22</TotalTime>
  <Words>318</Words>
  <Application>Microsoft Office PowerPoint</Application>
  <PresentationFormat>Widescreen</PresentationFormat>
  <Paragraphs>69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Schoolbook</vt:lpstr>
      <vt:lpstr>Wingdings 2</vt:lpstr>
      <vt:lpstr>View</vt:lpstr>
      <vt:lpstr>Car Rental System Implementation Plan</vt:lpstr>
      <vt:lpstr>Car Rental System Implementaion</vt:lpstr>
      <vt:lpstr>System Implementation within SDLC</vt:lpstr>
      <vt:lpstr>Hybrid Development Approach</vt:lpstr>
      <vt:lpstr>Risk Assessment</vt:lpstr>
      <vt:lpstr>Project Timeline</vt:lpstr>
      <vt:lpstr>Data Migration Plan</vt:lpstr>
      <vt:lpstr>ETL Diagram</vt:lpstr>
      <vt:lpstr>System Testing Plan</vt:lpstr>
      <vt:lpstr>Test Cases</vt:lpstr>
      <vt:lpstr>Successful Implementation Depends On</vt:lpstr>
      <vt:lpstr>Lessons Learned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Verrick, Justin Dwayne</dc:creator>
  <cp:lastModifiedBy>Verrick, Justin Dwayne</cp:lastModifiedBy>
  <cp:revision>2</cp:revision>
  <dcterms:created xsi:type="dcterms:W3CDTF">2026-03-08T15:54:00Z</dcterms:created>
  <dcterms:modified xsi:type="dcterms:W3CDTF">2026-03-08T16:16:43Z</dcterms:modified>
</cp:coreProperties>
</file>